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24"/>
    <p:restoredTop sz="94626"/>
  </p:normalViewPr>
  <p:slideViewPr>
    <p:cSldViewPr snapToGrid="0">
      <p:cViewPr varScale="1">
        <p:scale>
          <a:sx n="93" d="100"/>
          <a:sy n="93" d="100"/>
        </p:scale>
        <p:origin x="240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6AEE9B-D302-792C-1AB7-EB4CF0296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FFD909B-2AD4-EFF9-5CD2-14895CE5C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702FCD-2E2E-3B70-BE09-DF6329DA4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17F0-53E3-5140-B1D1-2FF10FFDB02D}" type="datetimeFigureOut">
              <a:rPr kumimoji="1" lang="zh-TW" altLang="en-US" smtClean="0"/>
              <a:t>2025/10/2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201A59-8C21-1403-1588-243F91362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BB596F5-B7E7-64B6-14AC-A7152487F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6CE51-9371-E340-9E0A-6C73AE2F024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21595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6AF32-CEB6-0394-F06B-DEF3E79B8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2D6FB2-0131-0240-A941-7039EA72F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51BA359-F367-4748-4E8F-52E3D344C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17F0-53E3-5140-B1D1-2FF10FFDB02D}" type="datetimeFigureOut">
              <a:rPr kumimoji="1" lang="zh-TW" altLang="en-US" smtClean="0"/>
              <a:t>2025/10/2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B57127-4718-9192-FD10-77A2C3C25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DF92AF8-B8EA-2811-260B-4EA87C214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6CE51-9371-E340-9E0A-6C73AE2F024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82872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DDAE50-D1EF-66E5-A870-6BAD9BEB9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AF2BB4-C283-DBA5-AC89-DE2FB4E72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205E3E-3F7F-867A-783A-4AECE747E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17F0-53E3-5140-B1D1-2FF10FFDB02D}" type="datetimeFigureOut">
              <a:rPr kumimoji="1" lang="zh-TW" altLang="en-US" smtClean="0"/>
              <a:t>2025/10/2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94B6F30-2F22-2388-989D-6B4791FCC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79E79C-E5C0-40E4-19FC-81B70DF85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6CE51-9371-E340-9E0A-6C73AE2F024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05591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2802C8-D3FF-8E48-4F03-AC2091F4F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2450B7E-E516-EBB5-51CC-1F341B19B1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73BC896-FDFF-B021-8E43-4F70CB67B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D1848E8-CB03-912E-1DAA-259802F7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17F0-53E3-5140-B1D1-2FF10FFDB02D}" type="datetimeFigureOut">
              <a:rPr kumimoji="1" lang="zh-TW" altLang="en-US" smtClean="0"/>
              <a:t>2025/10/2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8D62B8D-EC59-D23A-6EA0-5C94E5FE0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795126D-F6BC-D9ED-C165-4B1F77B12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6CE51-9371-E340-9E0A-6C73AE2F024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6422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22678C-D5CA-5A9E-DFB8-08752CFCE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0A19477-708A-AD3B-257C-7891B0EED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7DB857B-B7FC-1186-0083-BD221ADCA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AEABAF5-093A-DAFF-4FD4-63340F19F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10B5E92-62C1-EEA4-4427-D874E8AC5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2AAB41B-6B3D-89D3-BCEA-B00635540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17F0-53E3-5140-B1D1-2FF10FFDB02D}" type="datetimeFigureOut">
              <a:rPr kumimoji="1" lang="zh-TW" altLang="en-US" smtClean="0"/>
              <a:t>2025/10/2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AA9A456-2495-37F1-B01F-F7283B032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53CA63B-A137-2512-E887-B7168F920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6CE51-9371-E340-9E0A-6C73AE2F024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69074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4704D1-EBE2-0EA6-D990-553B03F60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9543DC4-81EF-991B-9006-690440D5D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17F0-53E3-5140-B1D1-2FF10FFDB02D}" type="datetimeFigureOut">
              <a:rPr kumimoji="1" lang="zh-TW" altLang="en-US" smtClean="0"/>
              <a:t>2025/10/2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8F61AD9-80BD-0CF0-C295-CEA4DC911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71EA159-F1BB-DA25-AD7B-57F8E19C7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6CE51-9371-E340-9E0A-6C73AE2F024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36733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8ED6CDC-4B7A-44A6-BBAA-7FEAB9BAB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17F0-53E3-5140-B1D1-2FF10FFDB02D}" type="datetimeFigureOut">
              <a:rPr kumimoji="1" lang="zh-TW" altLang="en-US" smtClean="0"/>
              <a:t>2025/10/2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757B7B4-47A4-D97B-9780-BAE7B4707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836459-7714-7146-12A0-5D4C62428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6CE51-9371-E340-9E0A-6C73AE2F024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49258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B8465B-FFCF-CC22-7E63-CDD239E5B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CB46E1-AAF8-08DA-E7B9-60A096929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6F2E7D5-0F6B-64AE-4977-79468CDAC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5505E52-E37C-0F02-5B5F-089CA2FF8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17F0-53E3-5140-B1D1-2FF10FFDB02D}" type="datetimeFigureOut">
              <a:rPr kumimoji="1" lang="zh-TW" altLang="en-US" smtClean="0"/>
              <a:t>2025/10/2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7758A22-55FF-BC0E-DFFC-87427CEE0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DDF2BF8-83A0-A512-A533-63DE95320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6CE51-9371-E340-9E0A-6C73AE2F024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77187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606E14-A7B7-B175-A596-D7890B7D2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15A1F95-ED60-C388-6260-31408167B2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E343EA7-FD1A-8C18-367D-636E41814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0AE2744-6100-9D3F-685B-FEFC95AE4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17F0-53E3-5140-B1D1-2FF10FFDB02D}" type="datetimeFigureOut">
              <a:rPr kumimoji="1" lang="zh-TW" altLang="en-US" smtClean="0"/>
              <a:t>2025/10/2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DA705E6-DB0C-7261-477E-85F3FECCC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ADBF037-66EC-BA9D-CC8C-B8CB8270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6CE51-9371-E340-9E0A-6C73AE2F024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6265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E1D2A3-EEAD-9A94-5F3C-C44CF2BD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03E452A-12E7-781E-59FC-4A3A0371B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8DC4B2-66DD-94B9-5340-C850F9038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17F0-53E3-5140-B1D1-2FF10FFDB02D}" type="datetimeFigureOut">
              <a:rPr kumimoji="1" lang="zh-TW" altLang="en-US" smtClean="0"/>
              <a:t>2025/10/2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6DE4B0-BBFF-6A5D-BD71-4A5BC3F60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69E2F0-B25E-6262-4470-52E335E79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6CE51-9371-E340-9E0A-6C73AE2F024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17644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B45C9A8-9C8F-5BCA-EECD-F6BF75C26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56EA7A8-7D24-64A6-E593-C2018CB8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37AD50-DA8F-7E2B-76DC-174E6C938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C17F0-53E3-5140-B1D1-2FF10FFDB02D}" type="datetimeFigureOut">
              <a:rPr kumimoji="1" lang="zh-TW" altLang="en-US" smtClean="0"/>
              <a:t>2025/10/2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568E59-E247-09E5-2983-9EBA317D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B2418F-1395-1122-64AA-07AA0FC2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A6CE51-9371-E340-9E0A-6C73AE2F024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77065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26F07D9-F158-87FA-04C4-B0AC5370A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7B5BBE5-A40F-BCEF-F817-7E6424BB8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DEC639-ACFC-15A5-52F8-70FB0DA235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DC17F0-53E3-5140-B1D1-2FF10FFDB02D}" type="datetimeFigureOut">
              <a:rPr kumimoji="1" lang="zh-TW" altLang="en-US" smtClean="0"/>
              <a:t>2025/10/2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FDC5AE-4C89-8279-9BD7-39F284B4C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0D19BB-4316-CC9F-379A-190BD8AE0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A6CE51-9371-E340-9E0A-6C73AE2F024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35110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4998A3-FD85-B3EF-9B5F-E59C5BC24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HW2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259D0B-6C93-E022-223E-C28F4A915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請結合</a:t>
            </a:r>
            <a:r>
              <a:rPr kumimoji="1" lang="en-US" altLang="zh-TW" dirty="0" err="1"/>
              <a:t>haar</a:t>
            </a:r>
            <a:r>
              <a:rPr kumimoji="1" lang="en-US" altLang="zh-TW" dirty="0"/>
              <a:t> face detection </a:t>
            </a:r>
            <a:r>
              <a:rPr kumimoji="1" lang="zh-TW" altLang="en-US" dirty="0"/>
              <a:t>與</a:t>
            </a:r>
            <a:r>
              <a:rPr kumimoji="1" lang="en-US" altLang="zh-TW" dirty="0"/>
              <a:t>face key point detection </a:t>
            </a:r>
            <a:r>
              <a:rPr kumimoji="1" lang="zh-TW" altLang="en-US" dirty="0"/>
              <a:t>把歐巴馬或者驚奇隊長或者川普或者其他半身或全身人像的臉上</a:t>
            </a:r>
            <a:r>
              <a:rPr kumimoji="1" lang="en-US" altLang="zh-TW" dirty="0"/>
              <a:t>key point</a:t>
            </a:r>
            <a:r>
              <a:rPr kumimoji="1" lang="zh-TW" altLang="en-US" dirty="0"/>
              <a:t>標在原圖上</a:t>
            </a:r>
          </a:p>
        </p:txBody>
      </p:sp>
    </p:spTree>
    <p:extLst>
      <p:ext uri="{BB962C8B-B14F-4D97-AF65-F5344CB8AC3E}">
        <p14:creationId xmlns:p14="http://schemas.microsoft.com/office/powerpoint/2010/main" val="325998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38</Words>
  <Application>Microsoft Macintosh PowerPoint</Application>
  <PresentationFormat>寬螢幕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HW2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Brain Ma</dc:creator>
  <cp:lastModifiedBy>Brain Ma</cp:lastModifiedBy>
  <cp:revision>1</cp:revision>
  <dcterms:created xsi:type="dcterms:W3CDTF">2025-10-02T02:51:12Z</dcterms:created>
  <dcterms:modified xsi:type="dcterms:W3CDTF">2025-10-02T03:36:06Z</dcterms:modified>
</cp:coreProperties>
</file>